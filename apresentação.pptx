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411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78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58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00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26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38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23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18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57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8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790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58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110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68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995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1320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56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7A519-B123-4E7C-B303-5282CD7E07FD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6C501-07DC-4E65-9683-ACAF24D256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2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BBB03-C649-E6F7-E1DB-FF6627974F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Trabalho de algoritmos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98BE54-CD05-17FF-0779-87DB101B0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/>
          <a:lstStyle/>
          <a:p>
            <a:r>
              <a:rPr lang="pt-BR" dirty="0"/>
              <a:t>Pedro Augusto Costa Alves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0322DA-0F5D-A250-4A6C-598EC4345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00" y="524150"/>
            <a:ext cx="13525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423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90E6E-A776-DFE2-A3AE-3840AA3C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Descrição do jogo - 2048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220075-CA43-E13F-3FF0-90B892F460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80" y="1994301"/>
            <a:ext cx="43434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152C77D-416B-0CCD-7B90-E5F8228EBEEF}"/>
              </a:ext>
            </a:extLst>
          </p:cNvPr>
          <p:cNvSpPr txBox="1"/>
          <p:nvPr/>
        </p:nvSpPr>
        <p:spPr>
          <a:xfrm>
            <a:off x="5521910" y="2795356"/>
            <a:ext cx="3968319" cy="2084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2048 é um jogo de raciocínio criado em março de 2014 pelo desenvolvedor italiano Gabriele Cirulli, em que o objetivo é deslizar peças numeradas em uma grade, combiná-las e criar um azulejo com o número 2048. Cirulli criou o jogo em um único fim de semana.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2069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AAF76-2A1A-5C93-51AB-B357860B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24975" y="639315"/>
            <a:ext cx="8610600" cy="1293028"/>
          </a:xfrm>
        </p:spPr>
        <p:txBody>
          <a:bodyPr/>
          <a:lstStyle/>
          <a:p>
            <a:r>
              <a:rPr lang="pt-BR" dirty="0"/>
              <a:t>Estratégia utilizada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85C83E-9A62-D2A1-DEB1-900F25087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Disposição dos blocos de códigos</a:t>
            </a:r>
          </a:p>
          <a:p>
            <a:r>
              <a:rPr lang="pt-BR" dirty="0"/>
              <a:t>Movimentação e logica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D47DF01-61C1-B199-9FF6-AD85BF551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31" y="3585004"/>
            <a:ext cx="5668166" cy="4096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D1D876-1552-F324-AEF4-8985F62F4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304" y="0"/>
            <a:ext cx="4322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68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88533B3-1654-C46B-6A09-237FD19C5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14" y="2191767"/>
            <a:ext cx="4616991" cy="247446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9DC63FA-F547-540D-F072-703FA77CB7EC}"/>
              </a:ext>
            </a:extLst>
          </p:cNvPr>
          <p:cNvSpPr txBox="1"/>
          <p:nvPr/>
        </p:nvSpPr>
        <p:spPr>
          <a:xfrm>
            <a:off x="368513" y="985422"/>
            <a:ext cx="461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Movimento das peças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E91DC1A-4931-B35E-8533-3761ED91D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896" y="2191767"/>
            <a:ext cx="4616991" cy="247446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BE53E03-1EA7-6F4A-FF81-E6E5678F98B6}"/>
              </a:ext>
            </a:extLst>
          </p:cNvPr>
          <p:cNvSpPr txBox="1"/>
          <p:nvPr/>
        </p:nvSpPr>
        <p:spPr>
          <a:xfrm>
            <a:off x="6336119" y="985422"/>
            <a:ext cx="461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Fundir os pares </a:t>
            </a:r>
          </a:p>
        </p:txBody>
      </p:sp>
    </p:spTree>
    <p:extLst>
      <p:ext uri="{BB962C8B-B14F-4D97-AF65-F5344CB8AC3E}">
        <p14:creationId xmlns:p14="http://schemas.microsoft.com/office/powerpoint/2010/main" val="27015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3FFCDF-A921-79C3-EFED-FCFDCEE5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78" y="977714"/>
            <a:ext cx="5338825" cy="232007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07A49E9-9C2E-0699-51B9-E72758369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201" y="977713"/>
            <a:ext cx="4876334" cy="232007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C21CE86-249B-871D-D090-13216275D3C2}"/>
              </a:ext>
            </a:extLst>
          </p:cNvPr>
          <p:cNvSpPr txBox="1"/>
          <p:nvPr/>
        </p:nvSpPr>
        <p:spPr>
          <a:xfrm>
            <a:off x="399079" y="513140"/>
            <a:ext cx="533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Mover as peças para esquerda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D36B13F-DDF6-6F8E-3C54-EB482A1165DF}"/>
              </a:ext>
            </a:extLst>
          </p:cNvPr>
          <p:cNvSpPr txBox="1"/>
          <p:nvPr/>
        </p:nvSpPr>
        <p:spPr>
          <a:xfrm>
            <a:off x="6712400" y="328474"/>
            <a:ext cx="480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Transpor o tabuleiro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050D784-D221-CF01-1024-423D436B2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276" y="4323425"/>
            <a:ext cx="4208015" cy="208625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60268B7-C607-5876-AC81-85F052135315}"/>
              </a:ext>
            </a:extLst>
          </p:cNvPr>
          <p:cNvSpPr txBox="1"/>
          <p:nvPr/>
        </p:nvSpPr>
        <p:spPr>
          <a:xfrm>
            <a:off x="4557712" y="3769427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Inverter</a:t>
            </a:r>
          </a:p>
        </p:txBody>
      </p:sp>
    </p:spTree>
    <p:extLst>
      <p:ext uri="{BB962C8B-B14F-4D97-AF65-F5344CB8AC3E}">
        <p14:creationId xmlns:p14="http://schemas.microsoft.com/office/powerpoint/2010/main" val="209710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CFD3E03-F268-6B6E-FCCB-D7660C284286}"/>
              </a:ext>
            </a:extLst>
          </p:cNvPr>
          <p:cNvSpPr txBox="1"/>
          <p:nvPr/>
        </p:nvSpPr>
        <p:spPr>
          <a:xfrm>
            <a:off x="4279036" y="540892"/>
            <a:ext cx="764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Realiza jogada (união de todas as funcionalidades anteriores)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080975-D07D-1380-5D1D-D2E4495B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6" y="1437536"/>
            <a:ext cx="5553075" cy="50482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CADCCB2-51E4-6508-62F4-11CAF393C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293" y="2291363"/>
            <a:ext cx="6057900" cy="36957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B1AC25E-8A9F-AE03-69B7-894C9B48C9E4}"/>
              </a:ext>
            </a:extLst>
          </p:cNvPr>
          <p:cNvSpPr txBox="1"/>
          <p:nvPr/>
        </p:nvSpPr>
        <p:spPr>
          <a:xfrm>
            <a:off x="284085" y="910224"/>
            <a:ext cx="537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Movimentação das peças no tabuleiro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28C4800-1408-6F8C-46AA-90A7601EB1FF}"/>
              </a:ext>
            </a:extLst>
          </p:cNvPr>
          <p:cNvSpPr txBox="1"/>
          <p:nvPr/>
        </p:nvSpPr>
        <p:spPr>
          <a:xfrm>
            <a:off x="5952293" y="1775534"/>
            <a:ext cx="605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Atualização do estado do jogo</a:t>
            </a:r>
          </a:p>
        </p:txBody>
      </p:sp>
    </p:spTree>
    <p:extLst>
      <p:ext uri="{BB962C8B-B14F-4D97-AF65-F5344CB8AC3E}">
        <p14:creationId xmlns:p14="http://schemas.microsoft.com/office/powerpoint/2010/main" val="137469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B98EBD-4C6A-03E0-E3E2-C90A699D4C06}"/>
              </a:ext>
            </a:extLst>
          </p:cNvPr>
          <p:cNvSpPr txBox="1"/>
          <p:nvPr/>
        </p:nvSpPr>
        <p:spPr>
          <a:xfrm>
            <a:off x="2784629" y="88778"/>
            <a:ext cx="555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Menu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813CCE-5DE1-3B5A-5278-3B7356F9D457}"/>
              </a:ext>
            </a:extLst>
          </p:cNvPr>
          <p:cNvSpPr txBox="1"/>
          <p:nvPr/>
        </p:nvSpPr>
        <p:spPr>
          <a:xfrm>
            <a:off x="824003" y="327110"/>
            <a:ext cx="420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Capturar o input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1B624E-FC2B-7D30-BF33-26405B908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03" y="1065319"/>
            <a:ext cx="3743700" cy="570390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C72AF74-F67E-D5AB-7745-3A5CAC24C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086" y="1092322"/>
            <a:ext cx="4714875" cy="56769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B49FCA7-8202-3173-372E-EF359EDF9323}"/>
              </a:ext>
            </a:extLst>
          </p:cNvPr>
          <p:cNvSpPr txBox="1"/>
          <p:nvPr/>
        </p:nvSpPr>
        <p:spPr>
          <a:xfrm>
            <a:off x="6313086" y="340611"/>
            <a:ext cx="46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Navegar entre menus</a:t>
            </a:r>
          </a:p>
        </p:txBody>
      </p:sp>
    </p:spTree>
    <p:extLst>
      <p:ext uri="{BB962C8B-B14F-4D97-AF65-F5344CB8AC3E}">
        <p14:creationId xmlns:p14="http://schemas.microsoft.com/office/powerpoint/2010/main" val="2411098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B07D67-B989-82B6-04CE-59D3AE78463F}"/>
              </a:ext>
            </a:extLst>
          </p:cNvPr>
          <p:cNvSpPr txBox="1"/>
          <p:nvPr/>
        </p:nvSpPr>
        <p:spPr>
          <a:xfrm>
            <a:off x="5370991" y="221941"/>
            <a:ext cx="630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Arquivos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1F35FA-7B8E-D159-196A-AAB816679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39" y="662294"/>
            <a:ext cx="4793941" cy="604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6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67020E8-CD40-DDFF-891E-BC656E834FEE}"/>
              </a:ext>
            </a:extLst>
          </p:cNvPr>
          <p:cNvSpPr txBox="1"/>
          <p:nvPr/>
        </p:nvSpPr>
        <p:spPr>
          <a:xfrm>
            <a:off x="4900474" y="199646"/>
            <a:ext cx="5646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Interface gráfica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1D1D7F-EBDB-2163-5266-70B55BE57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92" y="1697576"/>
            <a:ext cx="5833508" cy="439407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6946F9E-2BF5-83A9-762B-6E2592A845AF}"/>
              </a:ext>
            </a:extLst>
          </p:cNvPr>
          <p:cNvSpPr txBox="1"/>
          <p:nvPr/>
        </p:nvSpPr>
        <p:spPr>
          <a:xfrm>
            <a:off x="1988598" y="1242874"/>
            <a:ext cx="470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Cores do jogo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9925170-951A-6FDE-5D8E-7C8AB72EF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494" y="1697577"/>
            <a:ext cx="5273336" cy="439407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B941008-E33F-9F01-0092-48946C808E2D}"/>
              </a:ext>
            </a:extLst>
          </p:cNvPr>
          <p:cNvSpPr txBox="1"/>
          <p:nvPr/>
        </p:nvSpPr>
        <p:spPr>
          <a:xfrm>
            <a:off x="6438393" y="1058208"/>
            <a:ext cx="5273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Leitura de tecla e aplicação de funcionalidades</a:t>
            </a:r>
          </a:p>
        </p:txBody>
      </p:sp>
    </p:spTree>
    <p:extLst>
      <p:ext uri="{BB962C8B-B14F-4D97-AF65-F5344CB8AC3E}">
        <p14:creationId xmlns:p14="http://schemas.microsoft.com/office/powerpoint/2010/main" val="4265096671"/>
      </p:ext>
    </p:extLst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TM04033937[[fn=Trilha de Vapor]]</Template>
  <TotalTime>36</TotalTime>
  <Words>127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Trilha de Vapor</vt:lpstr>
      <vt:lpstr>Trabalho de algoritmos</vt:lpstr>
      <vt:lpstr>Descrição do jogo - 2048</vt:lpstr>
      <vt:lpstr>Estratégia utilizada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alves</dc:creator>
  <cp:lastModifiedBy>pedro alves</cp:lastModifiedBy>
  <cp:revision>2</cp:revision>
  <dcterms:created xsi:type="dcterms:W3CDTF">2025-12-12T01:05:52Z</dcterms:created>
  <dcterms:modified xsi:type="dcterms:W3CDTF">2025-12-12T01:42:51Z</dcterms:modified>
</cp:coreProperties>
</file>